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7" r:id="rId1"/>
  </p:sldMasterIdLst>
  <p:notesMasterIdLst>
    <p:notesMasterId r:id="rId5"/>
  </p:notesMasterIdLst>
  <p:sldIdLst>
    <p:sldId id="263" r:id="rId2"/>
    <p:sldId id="260" r:id="rId3"/>
    <p:sldId id="262" r:id="rId4"/>
  </p:sldIdLst>
  <p:sldSz cx="18288000" cy="10287000"/>
  <p:notesSz cx="6858000" cy="9144000"/>
  <p:embeddedFontLst>
    <p:embeddedFont>
      <p:font typeface="Fira Sans" panose="020B0503050000020004" pitchFamily="34" charset="0"/>
      <p:bold r:id="rId6"/>
      <p:boldItalic r:id="rId7"/>
    </p:embeddedFont>
    <p:embeddedFont>
      <p:font typeface="Roboto Slab" pitchFamily="2" charset="0"/>
      <p:regular r:id="rId8"/>
      <p:bold r:id="rId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3" d="100"/>
          <a:sy n="53" d="100"/>
        </p:scale>
        <p:origin x="802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font" Target="fonts/font2.fntdata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viewProps" Target="viewProps.xml"/><Relationship Id="rId5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>
          <a:extLst>
            <a:ext uri="{FF2B5EF4-FFF2-40B4-BE49-F238E27FC236}">
              <a16:creationId xmlns:a16="http://schemas.microsoft.com/office/drawing/2014/main" id="{663FDC9C-04DF-DA77-1DF3-E9D144B676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5:notes">
            <a:extLst>
              <a:ext uri="{FF2B5EF4-FFF2-40B4-BE49-F238E27FC236}">
                <a16:creationId xmlns:a16="http://schemas.microsoft.com/office/drawing/2014/main" id="{4489A2D2-0424-BCD6-9880-58FA912E0B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5:notes">
            <a:extLst>
              <a:ext uri="{FF2B5EF4-FFF2-40B4-BE49-F238E27FC236}">
                <a16:creationId xmlns:a16="http://schemas.microsoft.com/office/drawing/2014/main" id="{819CCE66-4D4C-B808-2B04-502A0AE3097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87234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>
          <a:extLst>
            <a:ext uri="{FF2B5EF4-FFF2-40B4-BE49-F238E27FC236}">
              <a16:creationId xmlns:a16="http://schemas.microsoft.com/office/drawing/2014/main" id="{214526E4-D03E-1D32-7D24-9D68175402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5:notes">
            <a:extLst>
              <a:ext uri="{FF2B5EF4-FFF2-40B4-BE49-F238E27FC236}">
                <a16:creationId xmlns:a16="http://schemas.microsoft.com/office/drawing/2014/main" id="{A8C6A86F-6A53-77AB-BED9-639E779AC0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5:notes">
            <a:extLst>
              <a:ext uri="{FF2B5EF4-FFF2-40B4-BE49-F238E27FC236}">
                <a16:creationId xmlns:a16="http://schemas.microsoft.com/office/drawing/2014/main" id="{68518710-167B-806E-0E11-DE863176F3E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601543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oogle Shape;19;p4"/>
          <p:cNvGrpSpPr/>
          <p:nvPr/>
        </p:nvGrpSpPr>
        <p:grpSpPr>
          <a:xfrm>
            <a:off x="13258791" y="4001312"/>
            <a:ext cx="8054523" cy="7047708"/>
            <a:chOff x="0" y="0"/>
            <a:chExt cx="812800" cy="711200"/>
          </a:xfrm>
        </p:grpSpPr>
        <p:sp>
          <p:nvSpPr>
            <p:cNvPr id="20" name="Google Shape;20;p4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 extrusionOk="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BFBFB"/>
            </a:solidFill>
            <a:ln>
              <a:noFill/>
            </a:ln>
          </p:spPr>
        </p:sp>
        <p:sp>
          <p:nvSpPr>
            <p:cNvPr id="21" name="Google Shape;21;p4"/>
            <p:cNvSpPr txBox="1"/>
            <p:nvPr/>
          </p:nvSpPr>
          <p:spPr>
            <a:xfrm>
              <a:off x="127000" y="282575"/>
              <a:ext cx="558900" cy="377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" name="Google Shape;22;p4"/>
          <p:cNvGrpSpPr/>
          <p:nvPr/>
        </p:nvGrpSpPr>
        <p:grpSpPr>
          <a:xfrm rot="10800000">
            <a:off x="-4027273" y="-2495164"/>
            <a:ext cx="8054523" cy="7047708"/>
            <a:chOff x="0" y="0"/>
            <a:chExt cx="812800" cy="711200"/>
          </a:xfrm>
        </p:grpSpPr>
        <p:sp>
          <p:nvSpPr>
            <p:cNvPr id="23" name="Google Shape;23;p4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 extrusionOk="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BFBFB"/>
            </a:solidFill>
            <a:ln>
              <a:noFill/>
            </a:ln>
          </p:spPr>
        </p:sp>
        <p:sp>
          <p:nvSpPr>
            <p:cNvPr id="24" name="Google Shape;24;p4"/>
            <p:cNvSpPr txBox="1"/>
            <p:nvPr/>
          </p:nvSpPr>
          <p:spPr>
            <a:xfrm>
              <a:off x="127000" y="282575"/>
              <a:ext cx="558900" cy="377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" name="Google Shape;25;p4"/>
          <p:cNvSpPr txBox="1">
            <a:spLocks noGrp="1"/>
          </p:cNvSpPr>
          <p:nvPr>
            <p:ph type="title"/>
          </p:nvPr>
        </p:nvSpPr>
        <p:spPr>
          <a:xfrm>
            <a:off x="1396800" y="1621550"/>
            <a:ext cx="15494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body" idx="1"/>
          </p:nvPr>
        </p:nvSpPr>
        <p:spPr>
          <a:xfrm>
            <a:off x="5029200" y="507475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oogle Shape;28;p5"/>
          <p:cNvGrpSpPr/>
          <p:nvPr/>
        </p:nvGrpSpPr>
        <p:grpSpPr>
          <a:xfrm rot="10800000">
            <a:off x="-4646452" y="-1514950"/>
            <a:ext cx="8054523" cy="7047708"/>
            <a:chOff x="0" y="0"/>
            <a:chExt cx="812800" cy="711200"/>
          </a:xfrm>
        </p:grpSpPr>
        <p:sp>
          <p:nvSpPr>
            <p:cNvPr id="29" name="Google Shape;29;p5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 extrusionOk="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BFBFB"/>
            </a:solidFill>
            <a:ln>
              <a:noFill/>
            </a:ln>
          </p:spPr>
        </p:sp>
        <p:sp>
          <p:nvSpPr>
            <p:cNvPr id="30" name="Google Shape;30;p5"/>
            <p:cNvSpPr txBox="1"/>
            <p:nvPr/>
          </p:nvSpPr>
          <p:spPr>
            <a:xfrm>
              <a:off x="127000" y="282575"/>
              <a:ext cx="558900" cy="377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1" name="Google Shape;31;p5"/>
          <p:cNvSpPr txBox="1">
            <a:spLocks noGrp="1"/>
          </p:cNvSpPr>
          <p:nvPr>
            <p:ph type="title"/>
          </p:nvPr>
        </p:nvSpPr>
        <p:spPr>
          <a:xfrm>
            <a:off x="1578149" y="767950"/>
            <a:ext cx="151317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0"/>
              <a:buFont typeface="Calibri"/>
              <a:buNone/>
              <a:defRPr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2pPr>
            <a:lvl3pPr lvl="2" algn="ctr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3pPr>
            <a:lvl4pPr lvl="3" algn="ctr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4pPr>
            <a:lvl5pPr lvl="4" algn="ctr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5pPr>
            <a:lvl6pPr lvl="5" algn="ctr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6pPr>
            <a:lvl7pPr lvl="6" algn="ctr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7pPr>
            <a:lvl8pPr lvl="7" algn="ctr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8pPr>
            <a:lvl9pPr lvl="8" algn="ctr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1"/>
          </p:nvPr>
        </p:nvSpPr>
        <p:spPr>
          <a:xfrm>
            <a:off x="5257788" y="6439813"/>
            <a:ext cx="77724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SzPts val="2400"/>
              <a:buNone/>
              <a:defRPr/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SzPts val="2400"/>
              <a:buNone/>
              <a:defRPr/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SzPts val="2400"/>
              <a:buNone/>
              <a:defRPr/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SzPts val="2400"/>
              <a:buNone/>
              <a:defRPr/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SzPts val="2400"/>
              <a:buNone/>
              <a:defRPr/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SzPts val="2400"/>
              <a:buNone/>
              <a:defRPr/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SzPts val="2400"/>
              <a:buNone/>
              <a:defRPr/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SzPts val="2400"/>
              <a:buNone/>
              <a:defRPr/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oogle Shape;34;p6"/>
          <p:cNvGrpSpPr/>
          <p:nvPr/>
        </p:nvGrpSpPr>
        <p:grpSpPr>
          <a:xfrm rot="10800000">
            <a:off x="-4377857" y="-761402"/>
            <a:ext cx="8054523" cy="7047708"/>
            <a:chOff x="0" y="0"/>
            <a:chExt cx="812800" cy="711200"/>
          </a:xfrm>
        </p:grpSpPr>
        <p:sp>
          <p:nvSpPr>
            <p:cNvPr id="35" name="Google Shape;35;p6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 extrusionOk="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BFBFB"/>
            </a:solidFill>
            <a:ln>
              <a:noFill/>
            </a:ln>
          </p:spPr>
        </p:sp>
        <p:sp>
          <p:nvSpPr>
            <p:cNvPr id="36" name="Google Shape;36;p6"/>
            <p:cNvSpPr txBox="1"/>
            <p:nvPr/>
          </p:nvSpPr>
          <p:spPr>
            <a:xfrm>
              <a:off x="127000" y="282575"/>
              <a:ext cx="558900" cy="377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7" name="Google Shape;37;p6"/>
          <p:cNvSpPr txBox="1">
            <a:spLocks noGrp="1"/>
          </p:cNvSpPr>
          <p:nvPr>
            <p:ph type="title"/>
          </p:nvPr>
        </p:nvSpPr>
        <p:spPr>
          <a:xfrm>
            <a:off x="1396800" y="1621550"/>
            <a:ext cx="15494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body" idx="1"/>
          </p:nvPr>
        </p:nvSpPr>
        <p:spPr>
          <a:xfrm>
            <a:off x="1670013" y="4664825"/>
            <a:ext cx="7335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2pPr>
            <a:lvl3pPr marL="1371600" lvl="2" indent="-381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3pPr>
            <a:lvl4pPr marL="1828800" lvl="3" indent="-381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4pPr>
            <a:lvl5pPr marL="2286000" lvl="4" indent="-381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/>
            </a:lvl5pPr>
            <a:lvl6pPr marL="2743200" lvl="5" indent="-381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6pPr>
            <a:lvl7pPr marL="3200400" lvl="6" indent="-381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7pPr>
            <a:lvl8pPr marL="3657600" lvl="7" indent="-381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8pPr>
            <a:lvl9pPr marL="4114800" lvl="8" indent="-381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body" idx="2"/>
          </p:nvPr>
        </p:nvSpPr>
        <p:spPr>
          <a:xfrm>
            <a:off x="9282382" y="4664825"/>
            <a:ext cx="7335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2pPr>
            <a:lvl3pPr marL="1371600" lvl="2" indent="-381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3pPr>
            <a:lvl4pPr marL="1828800" lvl="3" indent="-381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4pPr>
            <a:lvl5pPr marL="2286000" lvl="4" indent="-381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/>
            </a:lvl5pPr>
            <a:lvl6pPr marL="2743200" lvl="5" indent="-381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6pPr>
            <a:lvl7pPr marL="3200400" lvl="6" indent="-381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7pPr>
            <a:lvl8pPr marL="3657600" lvl="7" indent="-381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8pPr>
            <a:lvl9pPr marL="4114800" lvl="8" indent="-381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1396800" y="1621550"/>
            <a:ext cx="15494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2499613" y="4849100"/>
            <a:ext cx="65238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1pPr>
            <a:lvl2pPr marL="914400" lvl="1" indent="-381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2pPr>
            <a:lvl3pPr marL="1371600" lvl="2" indent="-381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3pPr>
            <a:lvl4pPr marL="1828800" lvl="3" indent="-381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4pPr>
            <a:lvl5pPr marL="2286000" lvl="4" indent="-381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/>
            </a:lvl5pPr>
            <a:lvl6pPr marL="2743200" lvl="5" indent="-381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6pPr>
            <a:lvl7pPr marL="3200400" lvl="6" indent="-381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7pPr>
            <a:lvl8pPr marL="3657600" lvl="7" indent="-381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8pPr>
            <a:lvl9pPr marL="4114800" lvl="8" indent="-381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9261892" y="4849100"/>
            <a:ext cx="65265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1pPr>
            <a:lvl2pPr marL="914400" lvl="1" indent="-381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2pPr>
            <a:lvl3pPr marL="1371600" lvl="2" indent="-381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3pPr>
            <a:lvl4pPr marL="1828800" lvl="3" indent="-381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4pPr>
            <a:lvl5pPr marL="2286000" lvl="4" indent="-381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/>
            </a:lvl5pPr>
            <a:lvl6pPr marL="2743200" lvl="5" indent="-381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6pPr>
            <a:lvl7pPr marL="3200400" lvl="6" indent="-381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7pPr>
            <a:lvl8pPr marL="3657600" lvl="7" indent="-381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8pPr>
            <a:lvl9pPr marL="4114800" lvl="8" indent="-381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Google Shape;45;p8"/>
          <p:cNvGrpSpPr/>
          <p:nvPr/>
        </p:nvGrpSpPr>
        <p:grpSpPr>
          <a:xfrm>
            <a:off x="-4641630" y="4078649"/>
            <a:ext cx="8054523" cy="7047708"/>
            <a:chOff x="0" y="0"/>
            <a:chExt cx="812800" cy="711200"/>
          </a:xfrm>
        </p:grpSpPr>
        <p:sp>
          <p:nvSpPr>
            <p:cNvPr id="46" name="Google Shape;46;p8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 extrusionOk="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BFBFB"/>
            </a:solidFill>
            <a:ln>
              <a:noFill/>
            </a:ln>
          </p:spPr>
        </p:sp>
        <p:sp>
          <p:nvSpPr>
            <p:cNvPr id="47" name="Google Shape;47;p8"/>
            <p:cNvSpPr txBox="1"/>
            <p:nvPr/>
          </p:nvSpPr>
          <p:spPr>
            <a:xfrm>
              <a:off x="127000" y="282575"/>
              <a:ext cx="558900" cy="377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8" name="Google Shape;48;p8"/>
          <p:cNvGrpSpPr/>
          <p:nvPr/>
        </p:nvGrpSpPr>
        <p:grpSpPr>
          <a:xfrm rot="10800000">
            <a:off x="14876400" y="-884300"/>
            <a:ext cx="8054523" cy="7047708"/>
            <a:chOff x="0" y="0"/>
            <a:chExt cx="812800" cy="711200"/>
          </a:xfrm>
        </p:grpSpPr>
        <p:sp>
          <p:nvSpPr>
            <p:cNvPr id="49" name="Google Shape;49;p8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 extrusionOk="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BFBFB"/>
            </a:solidFill>
            <a:ln>
              <a:noFill/>
            </a:ln>
          </p:spPr>
        </p:sp>
        <p:sp>
          <p:nvSpPr>
            <p:cNvPr id="50" name="Google Shape;50;p8"/>
            <p:cNvSpPr txBox="1"/>
            <p:nvPr/>
          </p:nvSpPr>
          <p:spPr>
            <a:xfrm>
              <a:off x="127000" y="282575"/>
              <a:ext cx="558900" cy="377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1" name="Google Shape;51;p8"/>
          <p:cNvSpPr txBox="1">
            <a:spLocks noGrp="1"/>
          </p:cNvSpPr>
          <p:nvPr>
            <p:ph type="title"/>
          </p:nvPr>
        </p:nvSpPr>
        <p:spPr>
          <a:xfrm>
            <a:off x="1396800" y="1621550"/>
            <a:ext cx="15494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Google Shape;53;p9"/>
          <p:cNvGrpSpPr/>
          <p:nvPr/>
        </p:nvGrpSpPr>
        <p:grpSpPr>
          <a:xfrm rot="10800000">
            <a:off x="-4377857" y="-761402"/>
            <a:ext cx="8054523" cy="7047708"/>
            <a:chOff x="0" y="0"/>
            <a:chExt cx="812800" cy="711200"/>
          </a:xfrm>
        </p:grpSpPr>
        <p:sp>
          <p:nvSpPr>
            <p:cNvPr id="54" name="Google Shape;54;p9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 extrusionOk="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BFBFB"/>
            </a:solidFill>
            <a:ln>
              <a:noFill/>
            </a:ln>
          </p:spPr>
        </p:sp>
        <p:sp>
          <p:nvSpPr>
            <p:cNvPr id="55" name="Google Shape;55;p9"/>
            <p:cNvSpPr txBox="1"/>
            <p:nvPr/>
          </p:nvSpPr>
          <p:spPr>
            <a:xfrm>
              <a:off x="127000" y="282575"/>
              <a:ext cx="558900" cy="377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6" name="Google Shape;56;p9"/>
          <p:cNvSpPr txBox="1">
            <a:spLocks noGrp="1"/>
          </p:cNvSpPr>
          <p:nvPr>
            <p:ph type="title"/>
          </p:nvPr>
        </p:nvSpPr>
        <p:spPr>
          <a:xfrm>
            <a:off x="1390375" y="2453650"/>
            <a:ext cx="15572700" cy="11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0"/>
              <a:buFont typeface="Calibri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2pPr>
            <a:lvl3pPr lvl="2" algn="ctr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3pPr>
            <a:lvl4pPr lvl="3" algn="ctr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4pPr>
            <a:lvl5pPr lvl="4" algn="ctr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5pPr>
            <a:lvl6pPr lvl="5" algn="ctr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6pPr>
            <a:lvl7pPr lvl="6" algn="ctr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7pPr>
            <a:lvl8pPr lvl="7" algn="ctr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8pPr>
            <a:lvl9pPr lvl="8" algn="ctr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1"/>
          </p:nvPr>
        </p:nvSpPr>
        <p:spPr>
          <a:xfrm>
            <a:off x="8752200" y="3855575"/>
            <a:ext cx="5618400" cy="3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1pPr>
            <a:lvl2pPr marL="914400" lvl="1" indent="-3810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3pPr>
            <a:lvl4pPr marL="1828800" lvl="3" indent="-381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4pPr>
            <a:lvl5pPr marL="2286000" lvl="4" indent="-381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/>
            </a:lvl5pPr>
            <a:lvl6pPr marL="2743200" lvl="5" indent="-381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6pPr>
            <a:lvl7pPr marL="3200400" lvl="6" indent="-381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7pPr>
            <a:lvl8pPr marL="3657600" lvl="7" indent="-381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8pPr>
            <a:lvl9pPr marL="4114800" lvl="8" indent="-381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body" idx="2"/>
          </p:nvPr>
        </p:nvSpPr>
        <p:spPr>
          <a:xfrm>
            <a:off x="2287725" y="3855575"/>
            <a:ext cx="57498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Google Shape;60;p10"/>
          <p:cNvGrpSpPr/>
          <p:nvPr/>
        </p:nvGrpSpPr>
        <p:grpSpPr>
          <a:xfrm>
            <a:off x="14964843" y="4458126"/>
            <a:ext cx="8054523" cy="7047708"/>
            <a:chOff x="0" y="0"/>
            <a:chExt cx="812800" cy="711200"/>
          </a:xfrm>
        </p:grpSpPr>
        <p:sp>
          <p:nvSpPr>
            <p:cNvPr id="61" name="Google Shape;61;p10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 extrusionOk="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BFBFB"/>
            </a:solidFill>
            <a:ln>
              <a:noFill/>
            </a:ln>
          </p:spPr>
        </p:sp>
        <p:sp>
          <p:nvSpPr>
            <p:cNvPr id="62" name="Google Shape;62;p10"/>
            <p:cNvSpPr txBox="1"/>
            <p:nvPr/>
          </p:nvSpPr>
          <p:spPr>
            <a:xfrm>
              <a:off x="127000" y="282575"/>
              <a:ext cx="558900" cy="377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3" name="Google Shape;63;p10"/>
          <p:cNvGrpSpPr/>
          <p:nvPr/>
        </p:nvGrpSpPr>
        <p:grpSpPr>
          <a:xfrm rot="10800000">
            <a:off x="-4027273" y="-913569"/>
            <a:ext cx="8054523" cy="7047708"/>
            <a:chOff x="0" y="0"/>
            <a:chExt cx="812800" cy="711200"/>
          </a:xfrm>
        </p:grpSpPr>
        <p:sp>
          <p:nvSpPr>
            <p:cNvPr id="64" name="Google Shape;64;p10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 extrusionOk="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BFBFB"/>
            </a:solidFill>
            <a:ln>
              <a:noFill/>
            </a:ln>
          </p:spPr>
        </p:sp>
        <p:sp>
          <p:nvSpPr>
            <p:cNvPr id="65" name="Google Shape;65;p10"/>
            <p:cNvSpPr txBox="1"/>
            <p:nvPr/>
          </p:nvSpPr>
          <p:spPr>
            <a:xfrm>
              <a:off x="127000" y="282575"/>
              <a:ext cx="558900" cy="377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1662303" y="3008075"/>
            <a:ext cx="151158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0"/>
              <a:buFont typeface="Calibri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2pPr>
            <a:lvl3pPr lvl="2" algn="ctr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3pPr>
            <a:lvl4pPr lvl="3" algn="ctr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4pPr>
            <a:lvl5pPr lvl="4" algn="ctr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5pPr>
            <a:lvl6pPr lvl="5" algn="ctr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6pPr>
            <a:lvl7pPr lvl="6" algn="ctr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7pPr>
            <a:lvl8pPr lvl="7" algn="ctr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8pPr>
            <a:lvl9pPr lvl="8" algn="ctr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9pPr>
          </a:lstStyle>
          <a:p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>
          <a:xfrm>
            <a:off x="11635025" y="4458125"/>
            <a:ext cx="4374600" cy="32811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>
          <a:xfrm>
            <a:off x="4292138" y="4630988"/>
            <a:ext cx="54864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1396800" y="1621550"/>
            <a:ext cx="15494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0"/>
              <a:buFont typeface="Roboto Slab"/>
              <a:buNone/>
              <a:defRPr sz="900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5029200" y="507475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 Slab"/>
              <a:buChar char="•"/>
              <a:defRPr sz="2400" i="0" u="none" strike="noStrike" cap="non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marL="914400" marR="0" lvl="1" indent="-3810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 Slab"/>
              <a:buChar char="–"/>
              <a:defRPr sz="2400" i="0" u="none" strike="noStrike" cap="non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 Slab"/>
              <a:buChar char="•"/>
              <a:defRPr sz="2400" i="0" u="none" strike="noStrike" cap="non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marL="1828800" marR="0" lvl="3" indent="-3810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 Slab"/>
              <a:buChar char="–"/>
              <a:defRPr sz="2400" i="0" u="none" strike="noStrike" cap="non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marL="2286000" marR="0" lvl="4" indent="-3810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 Slab"/>
              <a:buChar char="»"/>
              <a:defRPr sz="2400" i="0" u="none" strike="noStrike" cap="non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marL="2743200" marR="0" lvl="5" indent="-3810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 Slab"/>
              <a:buChar char="•"/>
              <a:defRPr sz="2400" i="0" u="none" strike="noStrike" cap="non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marL="3200400" marR="0" lvl="6" indent="-3810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 Slab"/>
              <a:buChar char="•"/>
              <a:defRPr sz="2400" i="0" u="none" strike="noStrike" cap="non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marL="3657600" marR="0" lvl="7" indent="-3810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 Slab"/>
              <a:buChar char="•"/>
              <a:defRPr sz="2400" i="0" u="none" strike="noStrike" cap="non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marL="4114800" marR="0" lvl="8" indent="-3810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 Slab"/>
              <a:buChar char="•"/>
              <a:defRPr sz="2400" i="0" u="none" strike="noStrike" cap="non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>
          <a:extLst>
            <a:ext uri="{FF2B5EF4-FFF2-40B4-BE49-F238E27FC236}">
              <a16:creationId xmlns:a16="http://schemas.microsoft.com/office/drawing/2014/main" id="{791CE089-E298-7590-6551-C8F097928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5">
            <a:extLst>
              <a:ext uri="{FF2B5EF4-FFF2-40B4-BE49-F238E27FC236}">
                <a16:creationId xmlns:a16="http://schemas.microsoft.com/office/drawing/2014/main" id="{DE80FDBD-176B-6788-A4C5-D037D44AC9B8}"/>
              </a:ext>
            </a:extLst>
          </p:cNvPr>
          <p:cNvSpPr txBox="1"/>
          <p:nvPr/>
        </p:nvSpPr>
        <p:spPr>
          <a:xfrm>
            <a:off x="4848241" y="4303837"/>
            <a:ext cx="1636500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b="1" i="0" u="none" strike="noStrike" cap="none" dirty="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67%</a:t>
            </a:r>
            <a:endParaRPr dirty="0"/>
          </a:p>
        </p:txBody>
      </p:sp>
      <p:sp>
        <p:nvSpPr>
          <p:cNvPr id="248" name="Google Shape;248;p15">
            <a:extLst>
              <a:ext uri="{FF2B5EF4-FFF2-40B4-BE49-F238E27FC236}">
                <a16:creationId xmlns:a16="http://schemas.microsoft.com/office/drawing/2014/main" id="{F0BD3D28-128F-FCA8-CA84-6D1A45DD2E5A}"/>
              </a:ext>
            </a:extLst>
          </p:cNvPr>
          <p:cNvSpPr txBox="1"/>
          <p:nvPr/>
        </p:nvSpPr>
        <p:spPr>
          <a:xfrm>
            <a:off x="10319783" y="4303837"/>
            <a:ext cx="1636500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b="1" i="0" u="none" strike="noStrike" cap="none" dirty="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45%</a:t>
            </a:r>
            <a:endParaRPr dirty="0"/>
          </a:p>
        </p:txBody>
      </p:sp>
      <p:grpSp>
        <p:nvGrpSpPr>
          <p:cNvPr id="261" name="Google Shape;261;p15">
            <a:extLst>
              <a:ext uri="{FF2B5EF4-FFF2-40B4-BE49-F238E27FC236}">
                <a16:creationId xmlns:a16="http://schemas.microsoft.com/office/drawing/2014/main" id="{ADF0C882-C2A6-4CB6-8925-9EB6E5BAD729}"/>
              </a:ext>
            </a:extLst>
          </p:cNvPr>
          <p:cNvGrpSpPr/>
          <p:nvPr/>
        </p:nvGrpSpPr>
        <p:grpSpPr>
          <a:xfrm rot="-5400000">
            <a:off x="13054087" y="4497162"/>
            <a:ext cx="10287000" cy="1292675"/>
            <a:chOff x="0" y="-47625"/>
            <a:chExt cx="2709333" cy="340458"/>
          </a:xfrm>
        </p:grpSpPr>
        <p:sp>
          <p:nvSpPr>
            <p:cNvPr id="262" name="Google Shape;262;p15">
              <a:extLst>
                <a:ext uri="{FF2B5EF4-FFF2-40B4-BE49-F238E27FC236}">
                  <a16:creationId xmlns:a16="http://schemas.microsoft.com/office/drawing/2014/main" id="{FD3AE81E-50B5-DFFA-1463-1A693031AC98}"/>
                </a:ext>
              </a:extLst>
            </p:cNvPr>
            <p:cNvSpPr/>
            <p:nvPr/>
          </p:nvSpPr>
          <p:spPr>
            <a:xfrm>
              <a:off x="0" y="0"/>
              <a:ext cx="2709333" cy="292833"/>
            </a:xfrm>
            <a:custGeom>
              <a:avLst/>
              <a:gdLst/>
              <a:ahLst/>
              <a:cxnLst/>
              <a:rect l="l" t="t" r="r" b="b"/>
              <a:pathLst>
                <a:path w="2709333" h="292833" extrusionOk="0">
                  <a:moveTo>
                    <a:pt x="0" y="0"/>
                  </a:moveTo>
                  <a:lnTo>
                    <a:pt x="2709333" y="0"/>
                  </a:lnTo>
                  <a:lnTo>
                    <a:pt x="2709333" y="292833"/>
                  </a:lnTo>
                  <a:lnTo>
                    <a:pt x="0" y="292833"/>
                  </a:lnTo>
                  <a:close/>
                </a:path>
              </a:pathLst>
            </a:custGeom>
            <a:solidFill>
              <a:srgbClr val="FBFBFB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63" name="Google Shape;263;p15">
              <a:extLst>
                <a:ext uri="{FF2B5EF4-FFF2-40B4-BE49-F238E27FC236}">
                  <a16:creationId xmlns:a16="http://schemas.microsoft.com/office/drawing/2014/main" id="{D9C4485D-699C-A04A-DCA6-F8F53BAA3958}"/>
                </a:ext>
              </a:extLst>
            </p:cNvPr>
            <p:cNvSpPr txBox="1"/>
            <p:nvPr/>
          </p:nvSpPr>
          <p:spPr>
            <a:xfrm>
              <a:off x="0" y="-47625"/>
              <a:ext cx="2709333" cy="3404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65A976C5-C8E4-4A17-DC4F-20A73E0065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843925" cy="1028700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F210551-7EF0-717F-4216-039F8E3F70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282" y="270921"/>
            <a:ext cx="586152" cy="576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65057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5"/>
          <p:cNvSpPr txBox="1"/>
          <p:nvPr/>
        </p:nvSpPr>
        <p:spPr>
          <a:xfrm>
            <a:off x="4848241" y="4303837"/>
            <a:ext cx="1636500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b="1" i="0" u="none" strike="noStrike" cap="none" dirty="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67%</a:t>
            </a:r>
            <a:endParaRPr dirty="0"/>
          </a:p>
        </p:txBody>
      </p:sp>
      <p:sp>
        <p:nvSpPr>
          <p:cNvPr id="248" name="Google Shape;248;p15"/>
          <p:cNvSpPr txBox="1"/>
          <p:nvPr/>
        </p:nvSpPr>
        <p:spPr>
          <a:xfrm>
            <a:off x="10319783" y="4303837"/>
            <a:ext cx="1636500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b="1" i="0" u="none" strike="noStrike" cap="none" dirty="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45%</a:t>
            </a:r>
            <a:endParaRPr dirty="0"/>
          </a:p>
        </p:txBody>
      </p:sp>
      <p:grpSp>
        <p:nvGrpSpPr>
          <p:cNvPr id="261" name="Google Shape;261;p15"/>
          <p:cNvGrpSpPr/>
          <p:nvPr/>
        </p:nvGrpSpPr>
        <p:grpSpPr>
          <a:xfrm rot="-5400000">
            <a:off x="13054087" y="4497162"/>
            <a:ext cx="10287000" cy="1292675"/>
            <a:chOff x="0" y="-47625"/>
            <a:chExt cx="2709333" cy="340458"/>
          </a:xfrm>
        </p:grpSpPr>
        <p:sp>
          <p:nvSpPr>
            <p:cNvPr id="262" name="Google Shape;262;p15"/>
            <p:cNvSpPr/>
            <p:nvPr/>
          </p:nvSpPr>
          <p:spPr>
            <a:xfrm>
              <a:off x="0" y="0"/>
              <a:ext cx="2709333" cy="292833"/>
            </a:xfrm>
            <a:custGeom>
              <a:avLst/>
              <a:gdLst/>
              <a:ahLst/>
              <a:cxnLst/>
              <a:rect l="l" t="t" r="r" b="b"/>
              <a:pathLst>
                <a:path w="2709333" h="292833" extrusionOk="0">
                  <a:moveTo>
                    <a:pt x="0" y="0"/>
                  </a:moveTo>
                  <a:lnTo>
                    <a:pt x="2709333" y="0"/>
                  </a:lnTo>
                  <a:lnTo>
                    <a:pt x="2709333" y="292833"/>
                  </a:lnTo>
                  <a:lnTo>
                    <a:pt x="0" y="292833"/>
                  </a:lnTo>
                  <a:close/>
                </a:path>
              </a:pathLst>
            </a:custGeom>
            <a:solidFill>
              <a:srgbClr val="FBFBFB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63" name="Google Shape;263;p15"/>
            <p:cNvSpPr txBox="1"/>
            <p:nvPr/>
          </p:nvSpPr>
          <p:spPr>
            <a:xfrm>
              <a:off x="0" y="-47625"/>
              <a:ext cx="2709333" cy="3404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6CB8699B-B1DD-BD13-5390-DAF5948375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-1"/>
            <a:ext cx="18843925" cy="1032293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CBA8B77-AB22-7C46-82FE-DB5F87712E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282" y="270921"/>
            <a:ext cx="586152" cy="57642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>
          <a:extLst>
            <a:ext uri="{FF2B5EF4-FFF2-40B4-BE49-F238E27FC236}">
              <a16:creationId xmlns:a16="http://schemas.microsoft.com/office/drawing/2014/main" id="{4242A6A2-5EFE-31A2-6A86-CEF8E669DD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5">
            <a:extLst>
              <a:ext uri="{FF2B5EF4-FFF2-40B4-BE49-F238E27FC236}">
                <a16:creationId xmlns:a16="http://schemas.microsoft.com/office/drawing/2014/main" id="{60315282-0EB5-AC10-D3C0-D7C221438850}"/>
              </a:ext>
            </a:extLst>
          </p:cNvPr>
          <p:cNvSpPr txBox="1"/>
          <p:nvPr/>
        </p:nvSpPr>
        <p:spPr>
          <a:xfrm>
            <a:off x="4848241" y="4303837"/>
            <a:ext cx="1636500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b="1" i="0" u="none" strike="noStrike" cap="none" dirty="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67%</a:t>
            </a:r>
            <a:endParaRPr dirty="0"/>
          </a:p>
        </p:txBody>
      </p:sp>
      <p:sp>
        <p:nvSpPr>
          <p:cNvPr id="248" name="Google Shape;248;p15">
            <a:extLst>
              <a:ext uri="{FF2B5EF4-FFF2-40B4-BE49-F238E27FC236}">
                <a16:creationId xmlns:a16="http://schemas.microsoft.com/office/drawing/2014/main" id="{CE4925BC-A5BE-623D-DE26-9F524DB1CE70}"/>
              </a:ext>
            </a:extLst>
          </p:cNvPr>
          <p:cNvSpPr txBox="1"/>
          <p:nvPr/>
        </p:nvSpPr>
        <p:spPr>
          <a:xfrm>
            <a:off x="10319783" y="4303837"/>
            <a:ext cx="1636500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b="1" i="0" u="none" strike="noStrike" cap="none" dirty="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rPr>
              <a:t>45%</a:t>
            </a:r>
            <a:endParaRPr dirty="0"/>
          </a:p>
        </p:txBody>
      </p:sp>
      <p:grpSp>
        <p:nvGrpSpPr>
          <p:cNvPr id="261" name="Google Shape;261;p15">
            <a:extLst>
              <a:ext uri="{FF2B5EF4-FFF2-40B4-BE49-F238E27FC236}">
                <a16:creationId xmlns:a16="http://schemas.microsoft.com/office/drawing/2014/main" id="{93822B5A-0DFD-9318-AC93-822C8C642969}"/>
              </a:ext>
            </a:extLst>
          </p:cNvPr>
          <p:cNvGrpSpPr/>
          <p:nvPr/>
        </p:nvGrpSpPr>
        <p:grpSpPr>
          <a:xfrm rot="-5400000">
            <a:off x="13054087" y="4497162"/>
            <a:ext cx="10287000" cy="1292675"/>
            <a:chOff x="0" y="-47625"/>
            <a:chExt cx="2709333" cy="340458"/>
          </a:xfrm>
        </p:grpSpPr>
        <p:sp>
          <p:nvSpPr>
            <p:cNvPr id="262" name="Google Shape;262;p15">
              <a:extLst>
                <a:ext uri="{FF2B5EF4-FFF2-40B4-BE49-F238E27FC236}">
                  <a16:creationId xmlns:a16="http://schemas.microsoft.com/office/drawing/2014/main" id="{73220F7A-9274-C4C0-C8D1-E2462279C734}"/>
                </a:ext>
              </a:extLst>
            </p:cNvPr>
            <p:cNvSpPr/>
            <p:nvPr/>
          </p:nvSpPr>
          <p:spPr>
            <a:xfrm>
              <a:off x="0" y="0"/>
              <a:ext cx="2709333" cy="292833"/>
            </a:xfrm>
            <a:custGeom>
              <a:avLst/>
              <a:gdLst/>
              <a:ahLst/>
              <a:cxnLst/>
              <a:rect l="l" t="t" r="r" b="b"/>
              <a:pathLst>
                <a:path w="2709333" h="292833" extrusionOk="0">
                  <a:moveTo>
                    <a:pt x="0" y="0"/>
                  </a:moveTo>
                  <a:lnTo>
                    <a:pt x="2709333" y="0"/>
                  </a:lnTo>
                  <a:lnTo>
                    <a:pt x="2709333" y="292833"/>
                  </a:lnTo>
                  <a:lnTo>
                    <a:pt x="0" y="292833"/>
                  </a:lnTo>
                  <a:close/>
                </a:path>
              </a:pathLst>
            </a:custGeom>
            <a:solidFill>
              <a:srgbClr val="FBFBFB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63" name="Google Shape;263;p15">
              <a:extLst>
                <a:ext uri="{FF2B5EF4-FFF2-40B4-BE49-F238E27FC236}">
                  <a16:creationId xmlns:a16="http://schemas.microsoft.com/office/drawing/2014/main" id="{E8141451-3971-7F40-17E6-7C197AEF5D7F}"/>
                </a:ext>
              </a:extLst>
            </p:cNvPr>
            <p:cNvSpPr txBox="1"/>
            <p:nvPr/>
          </p:nvSpPr>
          <p:spPr>
            <a:xfrm>
              <a:off x="0" y="-47625"/>
              <a:ext cx="2709333" cy="3404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1951C5BB-5956-04D2-A29E-538F0AD720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"/>
            <a:ext cx="18843925" cy="10287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9D2C499D-D776-8B85-BBF3-9C66461DD6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504" y="517669"/>
            <a:ext cx="1017118" cy="1000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9549443"/>
      </p:ext>
    </p:extLst>
  </p:cSld>
  <p:clrMapOvr>
    <a:masterClrMapping/>
  </p:clrMapOvr>
</p:sld>
</file>

<file path=ppt/theme/theme1.xml><?xml version="1.0" encoding="utf-8"?>
<a:theme xmlns:a="http://schemas.openxmlformats.org/drawingml/2006/main" name="Product Strategy Framework Infographics">
  <a:themeElements>
    <a:clrScheme name="Office">
      <a:dk1>
        <a:srgbClr val="000000"/>
      </a:dk1>
      <a:lt1>
        <a:srgbClr val="FFFFFF"/>
      </a:lt1>
      <a:dk2>
        <a:srgbClr val="CFB7FF"/>
      </a:dk2>
      <a:lt2>
        <a:srgbClr val="8C52FF"/>
      </a:lt2>
      <a:accent1>
        <a:srgbClr val="5933A4"/>
      </a:accent1>
      <a:accent2>
        <a:srgbClr val="FBFBFB"/>
      </a:accent2>
      <a:accent3>
        <a:srgbClr val="E8E8E8"/>
      </a:accent3>
      <a:accent4>
        <a:srgbClr val="888888"/>
      </a:accent4>
      <a:accent5>
        <a:srgbClr val="FFFFFF"/>
      </a:accent5>
      <a:accent6>
        <a:srgbClr val="CFB7FF"/>
      </a:accent6>
      <a:hlink>
        <a:srgbClr val="8C52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12</Words>
  <Application>Microsoft Office PowerPoint</Application>
  <PresentationFormat>Custom</PresentationFormat>
  <Paragraphs>6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Roboto Slab</vt:lpstr>
      <vt:lpstr>Calibri</vt:lpstr>
      <vt:lpstr>Arial</vt:lpstr>
      <vt:lpstr>Fira Sans</vt:lpstr>
      <vt:lpstr>Product Strategy Framework Infographics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Windows 10</dc:creator>
  <cp:lastModifiedBy>Sachin Savkare</cp:lastModifiedBy>
  <cp:revision>3</cp:revision>
  <dcterms:modified xsi:type="dcterms:W3CDTF">2026-05-14T09:39:59Z</dcterms:modified>
</cp:coreProperties>
</file>